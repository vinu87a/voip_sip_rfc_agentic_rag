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6099048" cy="8229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2834640"/>
            <a:ext cx="6089904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📡  SIP / RTP Agentic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6B6D4"/>
                </a:solidFill>
              </a:rPr>
              <a:t>Protocol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</a:rPr>
              <a:t>Business Case &amp; Product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AI-powered SIP/VoIP analysis grounded in 25 IETF RFCs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</a:rPr>
              <a:t>An AI assistant that turns complex SIP/VoIP troubleshooting from hours into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949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53949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▸  SIP/VoIP incidents take 2–8 hours to diagnose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▸  RFC lookups are manual, slow, and error-prone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8833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▸  PCAP analysis requires simultaneous SIP/SDP/RTP expertise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6382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▸  No tool connects trace evidence to RFC rules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▸  New engineers take months to become productive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7373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▸  Agentic RAG assistant grounded in 25 SIP/RTP/SDP RFCs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1284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▸  Upload .pcap/.txt trace → instant RFC-cited diagnostic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8833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▸  Every claim cited to the exact RFC section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6382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▸  Groq primary + Ollama Cloud fallback — always 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3931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▸  TruLens RAG Triad scores measure answer quality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</a:rPr>
              <a:t>VoIP troubleshooting is slow, manual, and expert-dependent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</a:rPr>
              <a:t>⏱️  Time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10512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A single call-failure incident takes 2–8 hours to diagnose. Engineers must cross-reference RFCs, decode PCAP headers, and trace SDP negotiation simultaneously.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9844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</a:rPr>
              <a:t>📚  Knowledge Silos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10512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Mastery of SIP (RFC 3261), RTP (RFC 3550), SRTP (RFC 3711), and SDP (RFC 4566) is required. Attrition creates critical knowledge gaps.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0448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</a:rPr>
              <a:t>🔍  No Unified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Wireshark / sngrep show raw data but provide no RFC-grounded interpretation. Engineers must mentally map observations to standards.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794760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0448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</a:rPr>
              <a:t>🔄  Repeat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16552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The same errors (488, 401, 487, codec mismatch) are diagnosed repeatedly with no institutional memory or reusable knowledge 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Solution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</a:rPr>
              <a:t>Agentic RAG with hybrid retrieval, tool-calling, and multi-tier LLM routing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201168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4356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👤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1828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Question
/ Trace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371600"/>
            <a:ext cx="201168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4356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🖥️ Streamlit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28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Chat + Sidebar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371600"/>
            <a:ext cx="201168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59" y="14356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🧠 LangGraph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1828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ReAct · 14-turn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62763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F46E5"/>
                </a:solidFill>
              </a:rPr>
              <a:t>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162763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F46E5"/>
                </a:solidFill>
              </a:rPr>
              <a:t>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280160"/>
            <a:ext cx="3200400" cy="1097280"/>
          </a:xfrm>
          <a:prstGeom prst="rect">
            <a:avLst/>
          </a:prstGeom>
          <a:solidFill>
            <a:srgbClr val="EFE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3441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⚡ Groq  llama-4-scout-17b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16642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☁️ Ollama Cloud  gpt-oss:120b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1984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(fallback + retry backoff)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62763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F46E5"/>
                </a:solidFill>
              </a:rPr>
              <a:t>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514600"/>
            <a:ext cx="10515600" cy="5943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6060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</a:rPr>
              <a:t>🔧 Tools: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62432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search_rfc  ·  search_trace  ·  reconstruct_call_flow  ·  diagnose_sip_error  ·  cross_reference  ·  search_docs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291840"/>
            <a:ext cx="5029200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36499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🗄️ ChromaDB Vector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858768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sip_rfcs — 25 RFCs + IANA + Glossary (~1,800 chunks)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334256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sip_trace — uploaded capture (ephemeral, cleared on restart)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09744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user_docs — PDFs / DOCX / HTML / URLs (permanent)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291840"/>
            <a:ext cx="4937760" cy="2743200"/>
          </a:xfrm>
          <a:prstGeom prst="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3649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📊 TruLens Observability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5876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Answer Relevance — is the answer on-topic?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33425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Context Relevance — did retrieval find the right RFC sections?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809744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Groundedness — is the answer backed by retrieved text?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285231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Groq eval LLM → Ollama Cloud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</a:rPr>
              <a:t>Six capabilities that differentiate this from generic chat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703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703320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2529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🏛️  RFC-Grounded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Every answer cites the exact RFC section. The agent calls search_rfc before writing — no answer from training knowledge alone.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143000"/>
            <a:ext cx="3703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143000"/>
            <a:ext cx="3703320" cy="5120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2529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📡  SIP Trace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3736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Upload .pcap / .txt / .html → agent reconstructs call flow, extracts SDP, diagnoses errors, cites governing RFC.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3794760"/>
            <a:ext cx="3703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19" y="3794760"/>
            <a:ext cx="3703320" cy="5120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8770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🔍  Hybrid BM25 + Semantic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38912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Dense cosine/HNSW + sparse BM25 retrieval fused with Reciprocal Rank Fusion. Handles acronyms and natural-language equally.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94760"/>
            <a:ext cx="3703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794760"/>
            <a:ext cx="3703320" cy="5120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770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🔄  Agentic ReAct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LangGraph StateGraph with up to 14 tool-call iterations. The LLM decides which tools to call and in what order.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6446520"/>
            <a:ext cx="3703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6446520"/>
            <a:ext cx="3703320" cy="5120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652881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📄  Document 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704088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Ingest PDFs, DOCX, HTML, or URLs. Agent searches your documents alongside the RFC knowledge base.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19" y="6446520"/>
            <a:ext cx="3703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19" y="6446520"/>
            <a:ext cx="3703320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652881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📊  RAG 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704088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TruLens RAG Triad scores (Answer/Context/Groundedness) displayed live in sidebar. Full dashboard at localhost:8502.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</a:rPr>
              <a:t>Who benefits and how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577840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710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🏢  Telecom / Carrier NOC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Diagnose call failures (4xx/5xx) in seconds not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0428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Identify codec mismatches and SDP negotiation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7977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Cross-reference observed behaviour against RFC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5526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Reduce MTTR on SIP trunk incidents by 70–80%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5577840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2710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🏭  Enterprise VoIP / UC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288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Onboard new engineers faster with RFC-cited explanations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0428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Analyse SBC logs and PCAP captures without deep SIP expertise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7977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Document incidents with RFC citations 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5526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Build internal knowledge base from custom docs + RFCs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40480"/>
            <a:ext cx="5577840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227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🎓  Training &amp; Certification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805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Interactive RFC learning — ask, get cited answers instantly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5604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Upload exam scenarios as SIP traces for self-assessment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3153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Protocol deep-dives grounded in authoritative IETF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0702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Reduce time to SIP certification for engineers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840480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840480"/>
            <a:ext cx="5577840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9227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🔬  SIP Interoperability Labs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805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Test compliance: does observed behaviour match the RFC?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95604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cross_reference tool retrieves governing rule per observation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43153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Auto-generate structured compliance reports from traces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90702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Supports PCAP, Wireshark HTML, and plain-text SIP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</a:rPr>
              <a:t>LangGraph ReAct agent · Hybrid retrieval · Multi-tier LLM routing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48640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</a:rPr>
              <a:t>🔄  LLM Routing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19072"/>
            <a:ext cx="5486400" cy="621792"/>
          </a:xfrm>
          <a:prstGeom prst="rect">
            <a:avLst/>
          </a:prstGeom>
          <a:solidFill>
            <a:srgbClr val="E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1965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1965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81965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34155"/>
                </a:solidFill>
              </a:rPr>
              <a:t>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39"/>
            <a:ext cx="5486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78023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</a:rPr>
              <a:t>Agent 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78023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Groq  llama-4-scout-17b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478023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</a:rPr>
              <a:t>Primary — fast cloud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35808"/>
            <a:ext cx="5486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36391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</a:rPr>
              <a:t>Agent 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136391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Ollama Cloud gpt-oss:120b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136391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</a:rPr>
              <a:t>Fallback — retry backoff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94176"/>
            <a:ext cx="5486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</a:rPr>
              <a:t>Eval 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7947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Groq  llama-3.1-8b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79476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</a:rPr>
              <a:t>Scoring — tool-calling 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52544"/>
            <a:ext cx="5486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453128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</a:rPr>
              <a:t>Eval 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45312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Ollama Cloud gpt-oss:120b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45312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</a:rPr>
              <a:t>Eval fallback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10912"/>
            <a:ext cx="5486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11149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</a:rPr>
              <a:t>Embeddings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11149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MiniLM-L6-v2 (local)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511149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</a:rPr>
              <a:t>No cloud dependency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097280"/>
            <a:ext cx="539496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1887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🛠️  Technology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1719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Agent Framework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17190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LangGraph 0.2+ (StateGraph, ToolNode)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24942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LLM Binding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224942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LangChain Core + langchain-groq/ollama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27797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Vector 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277977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ChromaDB + cosine/HNSW + BM25Okapi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31012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Embeddings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3310127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sentence-transformers all-MiniLM-L6-v2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84047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Retrieval Fusion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3840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Reciprocal Rank Fusion (k=60, Cormack 2009)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37083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PCAP Parsing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370831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Scapy 2.5+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901183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UI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490118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Streamlit 1.36+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43153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Observability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543153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TruLens 1.5.3 — DEFERRED mode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9618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Eval Scoring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59618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OpenAI SDK → Groq / Ollama Cloud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Business Value &amp;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</a:rPr>
              <a:t>Quantified impact on engineering productivity and incident resolution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606040" cy="1508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2606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70–80%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2996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Reduction in MTTR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88720"/>
            <a:ext cx="2606040" cy="1508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298448"/>
            <a:ext cx="2606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5×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02996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Faster RFC lookup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2606040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298448"/>
            <a:ext cx="2606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3–6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02996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Faster onboarding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188720"/>
            <a:ext cx="2606040" cy="1508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298448"/>
            <a:ext cx="2606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£400k+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02996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Annual team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80360"/>
            <a:ext cx="5349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718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💰  Cost Savings (10-engineer team)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9300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Engineer cost: £700/day avg. loaded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6849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2 incidents/week × 4h saved each = 1 day/week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43983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Annual saving per engineer: ~£36,000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1947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Team of 10: ~£360,000/yr in recovered productivity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949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Onboarding: 3 months faster × 2 hires/yr = £42,000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7044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Total estimated annual value: £400,000+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880360"/>
            <a:ext cx="55321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9718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📈  Qualitative Benefits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49300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Reduced dependency on scarce SIP experts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96849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RFC knowledge captured in searchable knowledge 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443983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Consistent RFC-cited documentation for every incident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91947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Faster SLA compliance on P1/P2 call-failure incidents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3949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Competitive advantage in PoC and bid scenarios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87044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Foundation for AI-assisted SIP testing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Observability &amp;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</a:rPr>
              <a:t>Every answer is measurable — RAG Triad scores ensure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65760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65760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Answer
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56231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0.85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</a:rPr>
              <a:t>Is the answer on-topic?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Measures whether the response addresses the user's question. Computed after every query. Target ≥ 0.80.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65760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657600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170432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Context
Relevance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856231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0.72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06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</a:rPr>
              <a:t>Did retrieval find the right RFC sections?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0896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Scores each retrieved chunk against the question. Identifies when the knowledge base needs improvement. Target ≥ 0.65.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097280"/>
            <a:ext cx="365760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097280"/>
            <a:ext cx="3657600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170432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Groundedness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856231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0.79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06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</a:rPr>
              <a:t>Is the answer backed by retrieved text?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10896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Detects hallucination: every claim must be supported by retrieved RFC content. Single-call evaluation. Target ≥ 0.70.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2910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</a:rPr>
              <a:t>★  Scores live in sidebar  ·  Full dashboard at localhost:8502  ·  SQLite history retained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Implementation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</a:rPr>
              <a:t>From pilot to production in 12 weeks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143000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09728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097280"/>
            <a:ext cx="109728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097280"/>
            <a:ext cx="109728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06840" y="1097280"/>
            <a:ext cx="109728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0" y="1097280"/>
            <a:ext cx="109728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417320"/>
            <a:ext cx="27432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417320"/>
            <a:ext cx="2743200" cy="9875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48132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Phase 1 · Weeks 1–2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911095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Pilot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45059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Deploy on server / cloud 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260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Add Groq + Ollama Cloud API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0156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Ingest team PCAP/SIP trace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7705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Run with 3–5 NOC engineers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1417320"/>
            <a:ext cx="27432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1417320"/>
            <a:ext cx="2743200" cy="9875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79" y="148132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Phase 2 · Weeks 3–6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79" y="1911095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Validation &amp; 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79" y="245059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Check RAG Triad scores on real incidents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79" y="29260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Upload team documents to Document 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79" y="340156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Identify top 10 recurring error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79" y="387705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Measure MTTR delta vs. 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417320"/>
            <a:ext cx="27432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1417320"/>
            <a:ext cx="2743200" cy="9875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48132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Phase 3 · Weeks 7–10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911095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Refinement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45059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Tune TOP_K and chunk size for domain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9260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Add vendor docs / additional RFCs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40156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Integrate with ticketing (Jira/ServiceNow)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87705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Train engineers on trace workflow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1417320"/>
            <a:ext cx="27432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06840" y="1417320"/>
            <a:ext cx="2743200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148132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Phase 4 · Weeks 11–12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1911095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Production Rollout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45059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Full NOC team rollout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9260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Dashboard on NOC screen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40156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Incident documentation automation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87705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Ongoing RFC update process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Competitive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</a:rPr>
              <a:t>How we compare to existing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20040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097280"/>
            <a:ext cx="2286000" cy="475488"/>
          </a:xfrm>
          <a:prstGeom prst="rect">
            <a:avLst/>
          </a:prstGeom>
          <a:solidFill>
            <a:srgbClr val="E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1521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F46E5"/>
                </a:solidFill>
              </a:rPr>
              <a:t>Wireshark / sngrep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2286000" cy="475488"/>
          </a:xfrm>
          <a:prstGeom prst="rect">
            <a:avLst/>
          </a:prstGeom>
          <a:solidFill>
            <a:srgbClr val="E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11521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F46E5"/>
                </a:solidFill>
              </a:rPr>
              <a:t>Generic ChatGPT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097280"/>
            <a:ext cx="2743200" cy="4754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15214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This 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72768"/>
            <a:ext cx="32004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16184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RFC-grounded answers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1572768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2" y="16184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✗ Manual lookup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572768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16184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7706"/>
                </a:solidFill>
              </a:rPr>
              <a:t>⚠ Hallucination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1572768"/>
            <a:ext cx="27432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16184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</a:rPr>
              <a:t>✅ Cited from RFC 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139696"/>
            <a:ext cx="32004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18541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SIP trace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2139696"/>
            <a:ext cx="22860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5032" y="218541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</a:rPr>
              <a:t>✅ Raw packets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139696"/>
            <a:ext cx="22860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16752" y="218541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✗ No trace support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2139696"/>
            <a:ext cx="27432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2" y="21854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</a:rPr>
              <a:t>✅ Upload + auto-report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706624"/>
            <a:ext cx="32004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27523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Call-flow reconstruction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1880" y="2706624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85032" y="275234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7706"/>
                </a:solidFill>
              </a:rPr>
              <a:t>⚠ Manual effort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2706624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16752" y="275234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✗ Not available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2706624"/>
            <a:ext cx="27432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2" y="275234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</a:rPr>
              <a:t>✅ Automated by Call-ID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273552"/>
            <a:ext cx="32004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33192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Agentic multi-step reasoning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11880" y="3273552"/>
            <a:ext cx="22860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85032" y="3319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✗ None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273552"/>
            <a:ext cx="22860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16752" y="3319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7706"/>
                </a:solidFill>
              </a:rPr>
              <a:t>⚠ Limited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3273552"/>
            <a:ext cx="27432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48472" y="33192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</a:rPr>
              <a:t>✅ LangGraph ReAct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840480"/>
            <a:ext cx="32004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3886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Document Q&amp;A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11880" y="3840480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85032" y="3886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✗ None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3840480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16752" y="3886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7706"/>
                </a:solidFill>
              </a:rPr>
              <a:t>⚠ Limited context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3840480"/>
            <a:ext cx="27432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48472" y="3886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</a:rPr>
              <a:t>✅ PDF/DOCX/URL ingest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407408"/>
            <a:ext cx="32004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44531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Answer quality scores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11880" y="4407408"/>
            <a:ext cx="22860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85032" y="44531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✗ None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4407408"/>
            <a:ext cx="22860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16752" y="44531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✗ None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4407408"/>
            <a:ext cx="27432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48472" y="44531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</a:rPr>
              <a:t>✅ TruLens RAG Triad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974336"/>
            <a:ext cx="32004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8912" y="502005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Hallucination detection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11880" y="4974336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85032" y="502005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N/A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0" y="4974336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16752" y="502005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✗ None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4974336"/>
            <a:ext cx="27432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48472" y="502005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</a:rPr>
              <a:t>✅ Groundedness score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541264"/>
            <a:ext cx="32004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912" y="5586983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Offline capable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11880" y="5541264"/>
            <a:ext cx="22860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85032" y="5586983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</a:rPr>
              <a:t>✅ Full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0" y="5541264"/>
            <a:ext cx="22860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16752" y="5586983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✗ Cloud only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75320" y="5541264"/>
            <a:ext cx="2743200" cy="53949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48472" y="5586983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</a:rPr>
              <a:t>✅ Ollama Cloud fallback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Risks &amp; 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</a:rPr>
              <a:t>Known constraints and how they are addressed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⚠️ LLM Rate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Risk: Groq free tier: 30 req/min. Bursts may slow responses.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</a:rPr>
              <a:t>Mitigation: Multi-tier routing → Ollama Cloud. Retry backoff 5→60s. Paid Groq tier eliminates limit.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5778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⚠️ Hallucination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Risk: LLMs can generate plausible but incorrect RFC interpretations.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</a:rPr>
              <a:t>Mitigation: Mandatory RFC tool call before every answer. Groundedness score flags unsupported claims.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188720"/>
            <a:ext cx="55778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ℹ️ RFC 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69164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Risk: New RFCs or updates may not be indexed automatically.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94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</a:rPr>
              <a:t>Mitigation: Re-index button in UI. RFC file cache on disk. Add RFC numbers to config in minutes.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035808"/>
            <a:ext cx="55778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272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ℹ️ Trace Privacy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3872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Risk: Uploaded captures may contain sensitive SIP headers / credentials.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4164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</a:rPr>
              <a:t>Mitigation: Trace stored ephemerally — cleared on restart. Fully local deployment option available.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035808"/>
            <a:ext cx="55778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272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4155"/>
                </a:solidFill>
              </a:rPr>
              <a:t>ℹ️ Scapy Privileges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53872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Risk: Some OS configurations require root/sudo for PCAP parsing.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4164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</a:rPr>
              <a:t>Mitigation: Fallback to plain-text (.txt) or Wireshark HTML exports — no elevated privileges needed.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035808"/>
            <a:ext cx="55778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1272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4155"/>
                </a:solidFill>
              </a:rPr>
              <a:t>ℹ️ Context Limits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3872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Risk: Very long traces may challenge LLM context windows.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4164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</a:rPr>
              <a:t>Mitigation: Trace stored in ChromaDB — agent retrieves only semantically relevant messages.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Cost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</a:rPr>
              <a:t>Minimal running cost — most components are free or open-source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033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703320" cy="5303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🆓  Starter (Free Tier)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Groq: free tier (sufficient for &lt; 50 queries/day)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Ollama Cloud: free tier for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88336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ChromaDB: open-source, runs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63824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Embeddings: sentence-transformers, CPU, 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3931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TruLens: open-source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Total monthly cost: £0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12080"/>
            <a:ext cx="3703320" cy="1005840"/>
          </a:xfrm>
          <a:prstGeom prst="rect">
            <a:avLst/>
          </a:prstGeom>
          <a:solidFill>
            <a:srgbClr val="E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321808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Suitable for: Individual engineer, small team pilot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097280"/>
            <a:ext cx="37033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097280"/>
            <a:ext cx="3703320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161288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💼  Team (Paid APIs)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173736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Groq Dev Tier: ~$20/month (unlimited RPM)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21284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Ollama Cloud: usage-based ~$0.001/token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688336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~100 queries/day × 4k tokens ≈ $12/day → ~$360/month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163824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Infrastructure: existing VM / on-prem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63931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ChromaDB / TruLens: free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11480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Total monthly cost: ~£300–400/month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5212080"/>
            <a:ext cx="3703320" cy="1005840"/>
          </a:xfrm>
          <a:prstGeom prst="rect">
            <a:avLst/>
          </a:prstGeom>
          <a:solidFill>
            <a:srgbClr val="E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5321808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</a:rPr>
              <a:t>Suitable for: 10–50 engineers, production NOC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097280"/>
            <a:ext cx="37033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097280"/>
            <a:ext cx="370332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161288"/>
            <a:ext cx="3429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🏢  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173736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Groq Enterprise or Azure OpenAI for SLA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21284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Ollama Cloud Pro or self-hosted GPU 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688336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Dedicated ChromaDB instance with backup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163824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Custom RFC + vendor doc ingestion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63931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SSO / LDAP integration on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11480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</a:rPr>
              <a:t>▸  Total monthly cost: quote-based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5212080"/>
            <a:ext cx="3703320" cy="1005840"/>
          </a:xfrm>
          <a:prstGeom prst="rect">
            <a:avLst/>
          </a:prstGeom>
          <a:solidFill>
            <a:srgbClr val="E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5321808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</a:rPr>
              <a:t>Suitable for: Large carriers, UCaaS providers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6099048" cy="8229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2926080"/>
            <a:ext cx="6089904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Ready to transform your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6B6D4"/>
                </a:solidFill>
              </a:rPr>
              <a:t>VoIP troubleshooting workflow?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27248"/>
            <a:ext cx="106984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2783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🚀  Start the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24612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Clone the repo → add API keys → streamlit run app.py. Live in under 10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22776"/>
            <a:ext cx="106984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📡  Upload Your First Trace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041648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Drop in any .pcap or .txt SIP capture. Click Auto-Analyse. RFC-cited findings in seconds.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18304"/>
            <a:ext cx="106984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1888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📊  Measure the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837176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TruLens RAG Triad scores every answer. Track quality trends in the dashboard over your pilot.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13831"/>
            <a:ext cx="106984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1441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🤝  Scale to Your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632703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Add docs, upgrade to paid API tiers, roll out to your full NOC or VoIP engineering team.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5653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github.com/vinu87a/VOIP_SIP_RFC_AGENTIC_RAG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